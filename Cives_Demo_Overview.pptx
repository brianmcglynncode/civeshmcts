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Cives HMCTS Demo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• 1. Hearing Models</a:t>
            </a:r>
          </a:p>
          <a:p>
            <a:pPr>
              <a:spcAft>
                <a:spcPts val="1000"/>
              </a:spcAft>
              <a:defRPr sz="2000"/>
            </a:pPr>
            <a:r>
              <a:t>• 2. Judicial &amp; Staff Control</a:t>
            </a:r>
          </a:p>
          <a:p>
            <a:pPr>
              <a:spcAft>
                <a:spcPts val="1000"/>
              </a:spcAft>
              <a:defRPr sz="2000"/>
            </a:pPr>
            <a:r>
              <a:t>• 3. Safeguarding &amp; Vulnerable</a:t>
            </a:r>
          </a:p>
          <a:p>
            <a:pPr>
              <a:spcAft>
                <a:spcPts val="1000"/>
              </a:spcAft>
              <a:defRPr sz="2000"/>
            </a:pPr>
            <a:r>
              <a:t>• 4. Accessibility &amp; Inclusion</a:t>
            </a:r>
          </a:p>
          <a:p>
            <a:pPr>
              <a:spcAft>
                <a:spcPts val="1000"/>
              </a:spcAft>
              <a:defRPr sz="2000"/>
            </a:pPr>
            <a:r>
              <a:t>• 5. External Connectivity </a:t>
            </a:r>
          </a:p>
          <a:p>
            <a:pPr>
              <a:spcAft>
                <a:spcPts val="1000"/>
              </a:spcAft>
              <a:defRPr sz="2000"/>
            </a:pPr>
            <a:r>
              <a:t>• 6. Integration &amp; Process Efficiency</a:t>
            </a:r>
          </a:p>
          <a:p>
            <a:pPr>
              <a:spcAft>
                <a:spcPts val="1000"/>
              </a:spcAft>
              <a:defRPr sz="2000"/>
            </a:pPr>
            <a:r>
              <a:t>• 7. Reporting and MI</a:t>
            </a:r>
          </a:p>
          <a:p>
            <a:pPr>
              <a:spcAft>
                <a:spcPts val="1000"/>
              </a:spcAft>
              <a:defRPr sz="2000"/>
            </a:pPr>
            <a:r>
              <a:t>• 8. Recording</a:t>
            </a:r>
          </a:p>
          <a:p>
            <a:pPr>
              <a:spcAft>
                <a:spcPts val="1000"/>
              </a:spcAft>
              <a:defRPr sz="2000"/>
            </a:pPr>
            <a:r>
              <a:t>• 9. Media Quality</a:t>
            </a:r>
          </a:p>
          <a:p>
            <a:pPr>
              <a:spcAft>
                <a:spcPts val="1000"/>
              </a:spcAft>
              <a:defRPr sz="2000"/>
            </a:pPr>
            <a:r>
              <a:t>• 10. Open Justice</a:t>
            </a:r>
          </a:p>
          <a:p>
            <a:pPr>
              <a:spcAft>
                <a:spcPts val="1000"/>
              </a:spcAft>
              <a:defRPr sz="2000"/>
            </a:pPr>
            <a:r>
              <a:t>• 11. Customized Branding</a:t>
            </a:r>
          </a:p>
          <a:p>
            <a:pPr>
              <a:spcAft>
                <a:spcPts val="1000"/>
              </a:spcAft>
              <a:defRPr sz="2000"/>
            </a:pPr>
            <a:r>
              <a:t>• 12. Unauthorized Video Recording</a:t>
            </a:r>
          </a:p>
          <a:p>
            <a:pPr>
              <a:spcAft>
                <a:spcPts val="1000"/>
              </a:spcAft>
              <a:defRPr sz="2000"/>
            </a:pPr>
            <a:r>
              <a:t>• 13. Compliance and Security</a:t>
            </a:r>
          </a:p>
          <a:p>
            <a:pPr>
              <a:spcAft>
                <a:spcPts val="1000"/>
              </a:spcAft>
              <a:defRPr sz="2000"/>
            </a:pPr>
            <a:r>
              <a:t>• 14. In Hearing Control </a:t>
            </a:r>
          </a:p>
          <a:p>
            <a:pPr>
              <a:spcAft>
                <a:spcPts val="1000"/>
              </a:spcAft>
              <a:defRPr sz="2000"/>
            </a:pPr>
            <a:r>
              <a:t>• 15. In-Hearing Consultations </a:t>
            </a:r>
          </a:p>
          <a:p>
            <a:pPr>
              <a:spcAft>
                <a:spcPts val="1000"/>
              </a:spcAft>
              <a:defRPr sz="2000"/>
            </a:pPr>
            <a:r>
              <a:t>• 16. Innovation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>
                <a:solidFill>
                  <a:srgbClr val="808080"/>
                </a:solidFill>
              </a:defRPr>
            </a:pPr>
            <a:r>
              <a:t>Comprehensive Court Management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