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60" r:id="rId2"/>
  </p:sldMasterIdLst>
  <p:sldIdLst>
    <p:sldId id="214748362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055B2-0FE0-744E-773E-8F917F2CDD14}" v="4" dt="2026-02-18T16:49:35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7.w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, 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novation Curve Overlay">
            <a:extLst>
              <a:ext uri="{FF2B5EF4-FFF2-40B4-BE49-F238E27FC236}">
                <a16:creationId xmlns:a16="http://schemas.microsoft.com/office/drawing/2014/main" id="{67EFF21B-9583-6EE9-5F33-149287A6B0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..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/>
              <a:t>June 2024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2024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243525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Ful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noProof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BD22-02FF-5EAB-ABA3-3C0BB396027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9A5FE8-62E3-0D2E-834A-D1F1B8269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  <a:endParaRPr lang="en-US" noProof="0"/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A6808F4F-EA69-F71A-723C-E607F81879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Infobox">
            <a:extLst>
              <a:ext uri="{FF2B5EF4-FFF2-40B4-BE49-F238E27FC236}">
                <a16:creationId xmlns:a16="http://schemas.microsoft.com/office/drawing/2014/main" id="{CDC6CD3E-31EA-EA2F-BE3B-37D4E6526A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566C0A6-4FFE-882A-7F2D-B9B9A23AB5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79393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FACCEEE-5469-CC54-C90B-C9C1BF3F2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79393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Click to edit Master subtitle style</a:t>
            </a:r>
          </a:p>
        </p:txBody>
      </p:sp>
      <p:sp>
        <p:nvSpPr>
          <p:cNvPr id="3" name="Innovationcurve">
            <a:extLst>
              <a:ext uri="{FF2B5EF4-FFF2-40B4-BE49-F238E27FC236}">
                <a16:creationId xmlns:a16="http://schemas.microsoft.com/office/drawing/2014/main" id="{B4C4DC5B-BB7A-3ED3-9A1D-E1CF1BB3B9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6400" y="0"/>
            <a:ext cx="6825600" cy="6858000"/>
          </a:xfrm>
          <a:blipFill>
            <a:blip r:embed="rId3"/>
            <a:srcRect/>
            <a:stretch>
              <a:fillRect l="1" t="23" r="-227" b="23"/>
            </a:stretch>
          </a:blipFill>
        </p:spPr>
        <p:txBody>
          <a:bodyPr>
            <a:noAutofit/>
          </a:bodyPr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6857999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5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2615471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Partia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12179AF-A82A-2C38-AA6E-ADD8AE770B1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B69904B-F3B0-9924-1277-D5E10CC8F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2" name="Infobox">
            <a:extLst>
              <a:ext uri="{FF2B5EF4-FFF2-40B4-BE49-F238E27FC236}">
                <a16:creationId xmlns:a16="http://schemas.microsoft.com/office/drawing/2014/main" id="{1CC0D1FB-3B96-6150-0982-63EA4CD56D4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71475" y="885411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F1A70F1C-0C1D-4983-5A07-15932C3427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79799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79799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4" name="Innovationcurve">
            <a:extLst>
              <a:ext uri="{FF2B5EF4-FFF2-40B4-BE49-F238E27FC236}">
                <a16:creationId xmlns:a16="http://schemas.microsoft.com/office/drawing/2014/main" id="{4F36A33C-FAA3-F6C8-F22D-B227F70722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41600" y="0"/>
            <a:ext cx="4550400" cy="6858000"/>
          </a:xfrm>
          <a:blipFill>
            <a:blip r:embed="rId3"/>
            <a:stretch>
              <a:fillRect l="-1" r="-155"/>
            </a:stretch>
          </a:blipFill>
        </p:spPr>
        <p:txBody>
          <a:bodyPr>
            <a:noAutofit/>
          </a:bodyPr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5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2554012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7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7" y="3810000"/>
            <a:ext cx="11440477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F38E4A-7B13-70A1-52C6-61A780336E87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3B868D7-8467-2439-DEEF-BBA9DFE90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3" name="Infobox">
            <a:extLst>
              <a:ext uri="{FF2B5EF4-FFF2-40B4-BE49-F238E27FC236}">
                <a16:creationId xmlns:a16="http://schemas.microsoft.com/office/drawing/2014/main" id="{60ABE840-6E2F-413E-A4F2-D50BE7A3C8B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1" name="NTT DATA Global Logo" descr="NTT DATA Global Logo">
            <a:extLst>
              <a:ext uri="{FF2B5EF4-FFF2-40B4-BE49-F238E27FC236}">
                <a16:creationId xmlns:a16="http://schemas.microsoft.com/office/drawing/2014/main" id="{A2A24C7A-90C2-A7EA-697B-7A559561F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5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969471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Cover_Dark_Image Bot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 Navy SemiTrans Overlay">
            <a:extLst>
              <a:ext uri="{FF2B5EF4-FFF2-40B4-BE49-F238E27FC236}">
                <a16:creationId xmlns:a16="http://schemas.microsoft.com/office/drawing/2014/main" id="{814008A9-48D1-A825-2133-305473A22B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2096604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0" cy="651610"/>
          </a:xfrm>
        </p:spPr>
        <p:txBody>
          <a:bodyPr/>
          <a:lstStyle>
            <a:lvl1pPr>
              <a:defRPr sz="4400" b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31855" y="3147301"/>
            <a:ext cx="788669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71690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5" name="Innovationcurve">
            <a:extLst>
              <a:ext uri="{FF2B5EF4-FFF2-40B4-BE49-F238E27FC236}">
                <a16:creationId xmlns:a16="http://schemas.microsoft.com/office/drawing/2014/main" id="{7A6AA644-177D-9E4C-8A3F-250C66632B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3733800"/>
            <a:ext cx="2752725" cy="2743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Infobox">
            <a:extLst>
              <a:ext uri="{FF2B5EF4-FFF2-40B4-BE49-F238E27FC236}">
                <a16:creationId xmlns:a16="http://schemas.microsoft.com/office/drawing/2014/main" id="{56B3E0DC-CFF6-D134-CAF5-A5425EB6CB8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4" name="NTT DATA Global Logo" descr="NTT DATA Global Logo">
            <a:extLst>
              <a:ext uri="{FF2B5EF4-FFF2-40B4-BE49-F238E27FC236}">
                <a16:creationId xmlns:a16="http://schemas.microsoft.com/office/drawing/2014/main" id="{94BFDE7A-6BFD-69BD-47EF-32959BB9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6106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83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  <a:endParaRPr lang="en-US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45512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  <a:endParaRPr lang="en-US" noProof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687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3939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631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Blank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9581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Blank_Dark with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088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Ful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/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2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5AC7748B-57B0-6A46-ED50-8FBD40E607A6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78187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7475468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E3C760B8-DB89-2960-48EE-7551EFCFDEA7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38833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7233616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586909" y="6563358"/>
            <a:ext cx="3111831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</p:spTree>
    <p:extLst>
      <p:ext uri="{BB962C8B-B14F-4D97-AF65-F5344CB8AC3E}">
        <p14:creationId xmlns:p14="http://schemas.microsoft.com/office/powerpoint/2010/main" val="32932586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Bottom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3191FB2-5C06-3B67-1454-1D220DA037E1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1826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Thre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200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Collection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7779" y="3987605"/>
            <a:ext cx="5371355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49318" y="2163386"/>
            <a:ext cx="2484125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5" y="333373"/>
            <a:ext cx="4419959" cy="3547536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49318" y="2140170"/>
            <a:ext cx="2484124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4225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5"/>
            <a:ext cx="4347085" cy="35556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5"/>
            <a:ext cx="2474100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7" y="3744196"/>
            <a:ext cx="2474099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79" y="5399590"/>
            <a:ext cx="5371355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49318" y="4926695"/>
            <a:ext cx="2471207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 userDrawn="1"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3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Future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87ED33-6A4E-4B88-9978-60E9E0EBFC9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F03F05C-59F6-715B-5A33-907AD87C66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980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Navy Dark with pictur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 Navy SemiTrans Overlay">
            <a:extLst>
              <a:ext uri="{FF2B5EF4-FFF2-40B4-BE49-F238E27FC236}">
                <a16:creationId xmlns:a16="http://schemas.microsoft.com/office/drawing/2014/main" id="{6E4F8208-B33A-86C1-C4BF-6C513A841D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10" name="NTT DATA Global Logo" descr="NTT DATA Global Logo">
            <a:extLst>
              <a:ext uri="{FF2B5EF4-FFF2-40B4-BE49-F238E27FC236}">
                <a16:creationId xmlns:a16="http://schemas.microsoft.com/office/drawing/2014/main" id="{188EBC45-4F1C-E0B0-9BB4-2942DDBDBEA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black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CE6D5FB-5128-84ED-8909-686C6A3993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5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24165058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mage Lef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E3EC910-66B9-7290-6910-39097643A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8FF710-A250-66BE-1682-899EBECEA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4421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</p:spTree>
    <p:extLst>
      <p:ext uri="{BB962C8B-B14F-4D97-AF65-F5344CB8AC3E}">
        <p14:creationId xmlns:p14="http://schemas.microsoft.com/office/powerpoint/2010/main" val="3225117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Curve on Righ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nnovationcurve">
            <a:extLst>
              <a:ext uri="{FF2B5EF4-FFF2-40B4-BE49-F238E27FC236}">
                <a16:creationId xmlns:a16="http://schemas.microsoft.com/office/drawing/2014/main" id="{8FAD0C94-F295-1BA4-75E9-C0403855E0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970" y="2281852"/>
            <a:ext cx="3879556" cy="389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44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 Curve Image Lef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Grid">
            <a:extLst>
              <a:ext uri="{FF2B5EF4-FFF2-40B4-BE49-F238E27FC236}">
                <a16:creationId xmlns:a16="http://schemas.microsoft.com/office/drawing/2014/main" id="{7C23E814-83D3-3A4C-E7C1-1CC5AAE30D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9852" y="2403913"/>
            <a:ext cx="3755940" cy="376771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8" name="Mask">
            <a:extLst>
              <a:ext uri="{FF2B5EF4-FFF2-40B4-BE49-F238E27FC236}">
                <a16:creationId xmlns:a16="http://schemas.microsoft.com/office/drawing/2014/main" id="{6A3F8A03-35AC-7457-3761-25EFCA9E3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389852" y="2403913"/>
            <a:ext cx="3755940" cy="3767718"/>
          </a:xfrm>
          <a:custGeom>
            <a:avLst/>
            <a:gdLst>
              <a:gd name="connsiteX0" fmla="*/ 1221722 w 3755940"/>
              <a:gd name="connsiteY0" fmla="*/ 0 h 3767718"/>
              <a:gd name="connsiteX1" fmla="*/ 2020606 w 3755940"/>
              <a:gd name="connsiteY1" fmla="*/ 439029 h 3767718"/>
              <a:gd name="connsiteX2" fmla="*/ 2500058 w 3755940"/>
              <a:gd name="connsiteY2" fmla="*/ 1241044 h 3767718"/>
              <a:gd name="connsiteX3" fmla="*/ 3753449 w 3755940"/>
              <a:gd name="connsiteY3" fmla="*/ 3762701 h 3767718"/>
              <a:gd name="connsiteX4" fmla="*/ 3755940 w 3755940"/>
              <a:gd name="connsiteY4" fmla="*/ 3767718 h 3767718"/>
              <a:gd name="connsiteX5" fmla="*/ 2499239 w 3755940"/>
              <a:gd name="connsiteY5" fmla="*/ 3767718 h 3767718"/>
              <a:gd name="connsiteX6" fmla="*/ 2498278 w 3755940"/>
              <a:gd name="connsiteY6" fmla="*/ 3765796 h 3767718"/>
              <a:gd name="connsiteX7" fmla="*/ 1255918 w 3755940"/>
              <a:gd name="connsiteY7" fmla="*/ 1279154 h 3767718"/>
              <a:gd name="connsiteX8" fmla="*/ 1255918 w 3755940"/>
              <a:gd name="connsiteY8" fmla="*/ 3767718 h 3767718"/>
              <a:gd name="connsiteX9" fmla="*/ 1252431 w 3755940"/>
              <a:gd name="connsiteY9" fmla="*/ 3767718 h 3767718"/>
              <a:gd name="connsiteX10" fmla="*/ 0 w 3755940"/>
              <a:gd name="connsiteY10" fmla="*/ 3767718 h 3767718"/>
              <a:gd name="connsiteX11" fmla="*/ 0 w 3755940"/>
              <a:gd name="connsiteY11" fmla="*/ 1264422 h 3767718"/>
              <a:gd name="connsiteX12" fmla="*/ 299364 w 3755940"/>
              <a:gd name="connsiteY12" fmla="*/ 383020 h 3767718"/>
              <a:gd name="connsiteX13" fmla="*/ 1221722 w 3755940"/>
              <a:gd name="connsiteY13" fmla="*/ 0 h 376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55940" h="3767718">
                <a:moveTo>
                  <a:pt x="1221722" y="0"/>
                </a:moveTo>
                <a:cubicBezTo>
                  <a:pt x="1554534" y="0"/>
                  <a:pt x="1814293" y="189446"/>
                  <a:pt x="2020606" y="439029"/>
                </a:cubicBezTo>
                <a:cubicBezTo>
                  <a:pt x="2226883" y="688575"/>
                  <a:pt x="2380212" y="998721"/>
                  <a:pt x="2500058" y="1241044"/>
                </a:cubicBezTo>
                <a:lnTo>
                  <a:pt x="3753449" y="3762701"/>
                </a:lnTo>
                <a:lnTo>
                  <a:pt x="3755940" y="3767718"/>
                </a:lnTo>
                <a:lnTo>
                  <a:pt x="2499239" y="3767718"/>
                </a:lnTo>
                <a:lnTo>
                  <a:pt x="2498278" y="3765796"/>
                </a:lnTo>
                <a:lnTo>
                  <a:pt x="1255918" y="1279154"/>
                </a:lnTo>
                <a:lnTo>
                  <a:pt x="1255918" y="3767718"/>
                </a:lnTo>
                <a:cubicBezTo>
                  <a:pt x="1255918" y="3767718"/>
                  <a:pt x="1252431" y="3767718"/>
                  <a:pt x="1252431" y="3767718"/>
                </a:cubicBezTo>
                <a:lnTo>
                  <a:pt x="0" y="3767718"/>
                </a:lnTo>
                <a:lnTo>
                  <a:pt x="0" y="1264422"/>
                </a:lnTo>
                <a:cubicBezTo>
                  <a:pt x="0" y="932251"/>
                  <a:pt x="97677" y="616163"/>
                  <a:pt x="299364" y="383020"/>
                </a:cubicBezTo>
                <a:cubicBezTo>
                  <a:pt x="501086" y="149842"/>
                  <a:pt x="806677" y="0"/>
                  <a:pt x="1221722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sz="200">
                <a:solidFill>
                  <a:srgbClr val="070F26"/>
                </a:solidFill>
              </a:defRPr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5243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NTT_content_page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-4508" y="0"/>
            <a:ext cx="3741139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867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altLang="ja-JP" noProof="0"/>
              <a:t>Click icon to add picture</a:t>
            </a:r>
            <a:endParaRPr lang="en-US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A7F20D-739B-444F-BBE5-002C9121F465}"/>
              </a:ext>
            </a:extLst>
          </p:cNvPr>
          <p:cNvSpPr/>
          <p:nvPr/>
        </p:nvSpPr>
        <p:spPr>
          <a:xfrm>
            <a:off x="3736974" y="0"/>
            <a:ext cx="4196791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1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75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213" y="951707"/>
            <a:ext cx="2469040" cy="146602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Click to edit Master title style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7213" y="2883829"/>
            <a:ext cx="2469040" cy="3345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solidFill>
                  <a:schemeClr val="tx1"/>
                </a:solidFill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GB" altLang="ja-JP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B57E169-F6BD-0542-9DBF-5108114851D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042" y="1417496"/>
            <a:ext cx="2614047" cy="7109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33">
                <a:solidFill>
                  <a:schemeClr val="bg1"/>
                </a:solidFill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GB" altLang="ja-JP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9183E46F-247B-5D46-83BB-7595BA94A6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2042" y="856140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67" b="1">
                <a:solidFill>
                  <a:schemeClr val="accent5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altLang="ja-JP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60E6B18-337F-F447-B032-7142B336DBF9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042" y="3294984"/>
            <a:ext cx="2614047" cy="7379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33">
                <a:solidFill>
                  <a:schemeClr val="bg1"/>
                </a:solidFill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GB" altLang="ja-JP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65D1264-823F-8049-BFD6-E71399F5428C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772042" y="2731719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67" b="1">
                <a:solidFill>
                  <a:schemeClr val="accent5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altLang="ja-JP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50F63F48-2F3E-4C44-B1C4-A47969DB7BC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72042" y="5160739"/>
            <a:ext cx="2614047" cy="7782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33">
                <a:solidFill>
                  <a:schemeClr val="bg1"/>
                </a:solidFill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en-GB" altLang="ja-JP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867F35CD-5FE5-554C-B34A-BA6F4C93969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72042" y="4634276"/>
            <a:ext cx="2614047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67" b="1">
                <a:solidFill>
                  <a:schemeClr val="accent5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altLang="ja-JP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FEE0C8E-DE63-4E42-8E28-1B94AD159B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687161" y="844221"/>
            <a:ext cx="991891" cy="1284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859F450-5384-394E-A5C0-EE941515CDB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687161" y="2748765"/>
            <a:ext cx="991891" cy="1284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CE242FE9-6614-5648-9965-F4E0418A44A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687161" y="4654751"/>
            <a:ext cx="991891" cy="1284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0BCC1BA-2876-2C48-BAA5-10A6BF5831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6010" y="6499791"/>
            <a:ext cx="4799415" cy="234949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sz="1200"/>
              <a:t>[Name]-[Classification]-[Status]-v[x-x]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DF4EE1A-1D9D-9F42-9DA3-5085D511241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367693" y="6499874"/>
            <a:ext cx="608409" cy="234949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38CA123-E355-3C41-A0E9-84A0C74A70CC}" type="slidenum">
              <a:rPr lang="en-GB" sz="1200" smtClean="0"/>
              <a:t>‹#›</a:t>
            </a:fld>
            <a:endParaRPr lang="en-GB" sz="1200"/>
          </a:p>
        </p:txBody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98815813-1845-4A94-96D2-E6A13A873D96}"/>
              </a:ext>
            </a:extLst>
          </p:cNvPr>
          <p:cNvSpPr/>
          <p:nvPr/>
        </p:nvSpPr>
        <p:spPr>
          <a:xfrm>
            <a:off x="215899" y="6463378"/>
            <a:ext cx="2403222" cy="2797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</a:rPr>
              <a:t>© 2020 NTT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76984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, 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novation Curve Overlay">
            <a:extLst>
              <a:ext uri="{FF2B5EF4-FFF2-40B4-BE49-F238E27FC236}">
                <a16:creationId xmlns:a16="http://schemas.microsoft.com/office/drawing/2014/main" id="{67EFF21B-9583-6EE9-5F33-149287A6B0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..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/>
              <a:t>June 2024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2024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650731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_Blank_Light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763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0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tags" Target="../tags/tag1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theme" Target="../theme/theme2.xml"/><Relationship Id="rId30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22E3CC-1B88-CF67-AD2F-D65E37E3716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3" name="Object Align" hidden="1">
            <a:extLst>
              <a:ext uri="{FF2B5EF4-FFF2-40B4-BE49-F238E27FC236}">
                <a16:creationId xmlns:a16="http://schemas.microsoft.com/office/drawing/2014/main" id="{1B3A0C6D-49EF-F306-1DED-9E8A6FD940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9" imgW="299" imgH="299" progId="TCLayout.ActiveDocument.1">
                  <p:embed/>
                </p:oleObj>
              </mc:Choice>
              <mc:Fallback>
                <p:oleObj name="think-cell Folie" r:id="rId29" imgW="299" imgH="299" progId="TCLayout.ActiveDocument.1">
                  <p:embed/>
                  <p:pic>
                    <p:nvPicPr>
                      <p:cNvPr id="3" name="Object Align" hidden="1">
                        <a:extLst>
                          <a:ext uri="{FF2B5EF4-FFF2-40B4-BE49-F238E27FC236}">
                            <a16:creationId xmlns:a16="http://schemas.microsoft.com/office/drawing/2014/main" id="{1B3A0C6D-49EF-F306-1DED-9E8A6FD940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788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804863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077913" indent="-2730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A40F-0669-25BE-2FE7-18A821601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lue and orange particles&#10;&#10;AI-generated content may be incorrect.">
            <a:extLst>
              <a:ext uri="{FF2B5EF4-FFF2-40B4-BE49-F238E27FC236}">
                <a16:creationId xmlns:a16="http://schemas.microsoft.com/office/drawing/2014/main" id="{D5CD47A1-24E6-C2A6-8142-BA9FA1A93CD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5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0" r="4140"/>
          <a:stretch>
            <a:fillRect/>
          </a:stretch>
        </p:blipFill>
        <p:spPr/>
      </p:pic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A3A7948-04BD-CCC9-B650-7DF80879E50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71475" y="6385560"/>
            <a:ext cx="4114800" cy="3048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NTT DATA, Inc.</a:t>
            </a:r>
          </a:p>
        </p:txBody>
      </p:sp>
      <p:sp>
        <p:nvSpPr>
          <p:cNvPr id="4" name="Title 36">
            <a:extLst>
              <a:ext uri="{FF2B5EF4-FFF2-40B4-BE49-F238E27FC236}">
                <a16:creationId xmlns:a16="http://schemas.microsoft.com/office/drawing/2014/main" id="{ADD110CC-36D9-BDE4-6028-47F71DE1341C}"/>
              </a:ext>
            </a:extLst>
          </p:cNvPr>
          <p:cNvSpPr txBox="1">
            <a:spLocks/>
          </p:cNvSpPr>
          <p:nvPr/>
        </p:nvSpPr>
        <p:spPr bwMode="gray">
          <a:xfrm>
            <a:off x="504825" y="2514330"/>
            <a:ext cx="9461090" cy="19703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solidFill>
                  <a:srgbClr val="FFFFFF"/>
                </a:solidFill>
                <a:latin typeface="Georgia"/>
              </a:rPr>
              <a:t>Advancing Remote Participation in Courts with AI</a:t>
            </a:r>
            <a:endParaRPr kumimoji="0" lang="en-US" sz="2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0F7FA3E-4943-39F6-CBE6-36A458D4B6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74593" y="6110515"/>
            <a:ext cx="1345932" cy="28676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CB310-3450-6650-2F03-6A77F2872B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4825" y="4217944"/>
            <a:ext cx="8475324" cy="533400"/>
          </a:xfrm>
        </p:spPr>
        <p:txBody>
          <a:bodyPr/>
          <a:lstStyle/>
          <a:p>
            <a:r>
              <a:rPr lang="en-GB" sz="1100" spc="3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KATHERINE BEADLE 	| CLIENT PARTNER</a:t>
            </a:r>
          </a:p>
          <a:p>
            <a:r>
              <a:rPr lang="en-GB" sz="1100" spc="3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BHUPINDER SANDHU	| SOLUTION DIRECTOR</a:t>
            </a:r>
          </a:p>
        </p:txBody>
      </p:sp>
      <p:pic>
        <p:nvPicPr>
          <p:cNvPr id="1026" name="Picture 2" descr="Cives">
            <a:extLst>
              <a:ext uri="{FF2B5EF4-FFF2-40B4-BE49-F238E27FC236}">
                <a16:creationId xmlns:a16="http://schemas.microsoft.com/office/drawing/2014/main" id="{449ED757-C25C-393E-5E48-237DFD451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503" y="5967239"/>
            <a:ext cx="596811" cy="57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bex Logo, symbol, meaning, history, PNG, brand">
            <a:extLst>
              <a:ext uri="{FF2B5EF4-FFF2-40B4-BE49-F238E27FC236}">
                <a16:creationId xmlns:a16="http://schemas.microsoft.com/office/drawing/2014/main" id="{F4DB5B7E-28E5-40DA-D62A-4EC47F51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933" y="5967239"/>
            <a:ext cx="1019237" cy="57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crosoft Azure logo transparent PNG - StickPNG">
            <a:extLst>
              <a:ext uri="{FF2B5EF4-FFF2-40B4-BE49-F238E27FC236}">
                <a16:creationId xmlns:a16="http://schemas.microsoft.com/office/drawing/2014/main" id="{5DC29132-A16F-EA8C-8834-049A3B511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602" y="6038904"/>
            <a:ext cx="2129160" cy="42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MCTS Evaluation of Remote Hearings Published">
            <a:extLst>
              <a:ext uri="{FF2B5EF4-FFF2-40B4-BE49-F238E27FC236}">
                <a16:creationId xmlns:a16="http://schemas.microsoft.com/office/drawing/2014/main" id="{E893262C-2309-66F4-B82F-E389A5B1C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2109047"/>
            <a:ext cx="3256908" cy="96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ticias sobre Tangity - Dircomfidencial">
            <a:extLst>
              <a:ext uri="{FF2B5EF4-FFF2-40B4-BE49-F238E27FC236}">
                <a16:creationId xmlns:a16="http://schemas.microsoft.com/office/drawing/2014/main" id="{2031C5EA-911E-0E5C-82D0-6F751298C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550" y="6038541"/>
            <a:ext cx="6953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704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NTT DATA DARK ">
  <a:themeElements>
    <a:clrScheme name="Benutzerdefiniert 3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2023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lIns="36000" tIns="36000" rIns="36000" bIns="36000" rtlCol="0" anchor="ctr"/>
      <a:lstStyle>
        <a:defPPr algn="ctr">
          <a:lnSpc>
            <a:spcPct val="110000"/>
          </a:lnSpc>
          <a:spcBef>
            <a:spcPts val="600"/>
          </a:spcBef>
          <a:defRPr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Global_Template.potx" id="{E7359134-6A7F-4870-8C68-196F2A9FF1FF}" vid="{B0D39E18-4484-4971-8EFB-EC14D3C81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NTT DATA DARK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7</cp:revision>
  <dcterms:created xsi:type="dcterms:W3CDTF">2013-07-15T20:26:40Z</dcterms:created>
  <dcterms:modified xsi:type="dcterms:W3CDTF">2026-02-18T16:49:48Z</dcterms:modified>
</cp:coreProperties>
</file>